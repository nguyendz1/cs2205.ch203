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"/>
  </p:notesMasterIdLst>
  <p:sldIdLst>
    <p:sldId id="256" r:id="rId2"/>
  </p:sldIdLst>
  <p:sldSz cx="10691813" cy="15117763"/>
  <p:notesSz cx="7099300" cy="10234613"/>
  <p:embeddedFontLst>
    <p:embeddedFont>
      <p:font typeface="Times" panose="02020603050405020304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312">
          <p15:clr>
            <a:srgbClr val="000000"/>
          </p15:clr>
        </p15:guide>
        <p15:guide id="2" orient="horz" pos="232">
          <p15:clr>
            <a:srgbClr val="000000"/>
          </p15:clr>
        </p15:guide>
        <p15:guide id="3" orient="horz" pos="8880">
          <p15:clr>
            <a:srgbClr val="000000"/>
          </p15:clr>
        </p15:guide>
        <p15:guide id="4" pos="3816">
          <p15:clr>
            <a:srgbClr val="000000"/>
          </p15:clr>
        </p15:guide>
        <p15:guide id="5" pos="240">
          <p15:clr>
            <a:srgbClr val="000000"/>
          </p15:clr>
        </p15:guide>
        <p15:guide id="6" pos="6506">
          <p15:clr>
            <a:srgbClr val="000000"/>
          </p15:clr>
        </p15:guide>
        <p15:guide id="7" pos="3186">
          <p15:clr>
            <a:srgbClr val="000000"/>
          </p15:clr>
        </p15:guide>
        <p15:guide id="8" pos="3444">
          <p15:clr>
            <a:srgbClr val="000000"/>
          </p15:clr>
        </p15:guide>
        <p15:guide id="9" pos="6488">
          <p15:clr>
            <a:srgbClr val="000000"/>
          </p15:clr>
        </p15:guide>
        <p15:guide id="10" pos="248">
          <p15:clr>
            <a:srgbClr val="000000"/>
          </p15:clr>
        </p15:guide>
        <p15:guide id="11" orient="horz" pos="1440">
          <p15:clr>
            <a:srgbClr val="9AA0A6"/>
          </p15:clr>
        </p15:guide>
        <p15:guide id="12" orient="horz" pos="5037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2453" y="77"/>
      </p:cViewPr>
      <p:guideLst>
        <p:guide orient="horz" pos="9312"/>
        <p:guide orient="horz" pos="232"/>
        <p:guide orient="horz" pos="8880"/>
        <p:guide pos="3816"/>
        <p:guide pos="240"/>
        <p:guide pos="6506"/>
        <p:guide pos="3186"/>
        <p:guide pos="3444"/>
        <p:guide pos="6488"/>
        <p:guide pos="248"/>
        <p:guide orient="horz" pos="1440"/>
        <p:guide orient="horz" pos="50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7325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92337" y="773112"/>
            <a:ext cx="2700337" cy="381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364461" y="6321768"/>
            <a:ext cx="9963000" cy="24741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2pPr>
            <a:lvl3pPr lvl="2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3pPr>
            <a:lvl4pPr lvl="3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4pPr>
            <a:lvl5pPr lvl="4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5pPr>
            <a:lvl6pPr lvl="5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6pPr>
            <a:lvl7pPr lvl="6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7pPr>
            <a:lvl8pPr lvl="7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8pPr>
            <a:lvl9pPr lvl="8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364461" y="1308015"/>
            <a:ext cx="9963000" cy="16833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364461" y="3387349"/>
            <a:ext cx="9963000" cy="100416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marL="914400" lvl="1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364461" y="1308015"/>
            <a:ext cx="9963000" cy="16833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364461" y="3387349"/>
            <a:ext cx="4677000" cy="100416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2"/>
          </p:nvPr>
        </p:nvSpPr>
        <p:spPr>
          <a:xfrm>
            <a:off x="5650378" y="3387349"/>
            <a:ext cx="4677000" cy="100416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64461" y="1308015"/>
            <a:ext cx="9963000" cy="16833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64461" y="1633017"/>
            <a:ext cx="3283200" cy="2221200"/>
          </a:xfrm>
          <a:prstGeom prst="rect">
            <a:avLst/>
          </a:prstGeom>
        </p:spPr>
        <p:txBody>
          <a:bodyPr spcFirstLastPara="1" wrap="square" lIns="160850" tIns="160850" rIns="160850" bIns="160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364461" y="4084306"/>
            <a:ext cx="3283200" cy="93450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573234" y="1323079"/>
            <a:ext cx="7445700" cy="120237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5345900" y="-367"/>
            <a:ext cx="5346000" cy="1511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60850" tIns="160850" rIns="160850" bIns="16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310441" y="3624542"/>
            <a:ext cx="4729800" cy="4356900"/>
          </a:xfrm>
          <a:prstGeom prst="rect">
            <a:avLst/>
          </a:prstGeom>
        </p:spPr>
        <p:txBody>
          <a:bodyPr spcFirstLastPara="1" wrap="square" lIns="160850" tIns="160850" rIns="160850" bIns="160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2pPr>
            <a:lvl3pPr lvl="2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3pPr>
            <a:lvl4pPr lvl="3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4pPr>
            <a:lvl5pPr lvl="4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5pPr>
            <a:lvl6pPr lvl="5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6pPr>
            <a:lvl7pPr lvl="6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7pPr>
            <a:lvl8pPr lvl="7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8pPr>
            <a:lvl9pPr lvl="8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1"/>
          </p:nvPr>
        </p:nvSpPr>
        <p:spPr>
          <a:xfrm>
            <a:off x="310441" y="8238784"/>
            <a:ext cx="4729800" cy="36303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2"/>
          </p:nvPr>
        </p:nvSpPr>
        <p:spPr>
          <a:xfrm>
            <a:off x="5775607" y="2128198"/>
            <a:ext cx="4486500" cy="108606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marL="914400" lvl="1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364461" y="12434485"/>
            <a:ext cx="7014300" cy="17784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 hasCustomPrompt="1"/>
          </p:nvPr>
        </p:nvSpPr>
        <p:spPr>
          <a:xfrm>
            <a:off x="364461" y="3251117"/>
            <a:ext cx="9963000" cy="5771100"/>
          </a:xfrm>
          <a:prstGeom prst="rect">
            <a:avLst/>
          </a:prstGeom>
        </p:spPr>
        <p:txBody>
          <a:bodyPr spcFirstLastPara="1" wrap="square" lIns="160850" tIns="160850" rIns="160850" bIns="160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100"/>
              <a:buNone/>
              <a:defRPr sz="21100"/>
            </a:lvl9pPr>
          </a:lstStyle>
          <a:p>
            <a:r>
              <a:t>xx%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64461" y="9265004"/>
            <a:ext cx="9963000" cy="3823200"/>
          </a:xfrm>
          <a:prstGeom prst="rect">
            <a:avLst/>
          </a:prstGeom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marL="914400" lvl="1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marL="1371600" lvl="2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marL="1828800" lvl="3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marL="2286000" lvl="4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marL="2743200" lvl="5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marL="3200400" lvl="6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marL="3657600" lvl="7" indent="-38735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364461" y="1308015"/>
            <a:ext cx="9963000" cy="16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0850" tIns="160850" rIns="160850" bIns="16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364461" y="3387349"/>
            <a:ext cx="9963000" cy="10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0850" tIns="160850" rIns="160850" bIns="160850" anchor="t" anchorCtr="0">
            <a:normAutofit/>
          </a:bodyPr>
          <a:lstStyle>
            <a:lvl1pPr marL="457200" lvl="0" indent="-431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marL="914400" lvl="1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marL="1371600" lvl="2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marL="1828800" lvl="3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marL="2286000" lvl="4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marL="2743200" lvl="5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marL="3200400" lvl="6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marL="3657600" lvl="7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marL="4114800" lvl="8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9906586" y="13706104"/>
            <a:ext cx="641700" cy="1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0850" tIns="160850" rIns="160850" bIns="160850" anchor="ctr" anchorCtr="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7520-3A59-EF7A-1EE6-24A11EFE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7A236-2E4C-F64F-DDF8-0B0229F09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390"/>
            <a:ext cx="10691813" cy="1273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103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Times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Liêu Phúc Nguyên</cp:lastModifiedBy>
  <cp:revision>1</cp:revision>
  <dcterms:modified xsi:type="dcterms:W3CDTF">2026-06-13T01:36:35Z</dcterms:modified>
</cp:coreProperties>
</file>